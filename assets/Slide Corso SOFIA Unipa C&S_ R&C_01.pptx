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66A3"/>
    <a:srgbClr val="A6AFB4"/>
    <a:srgbClr val="FAB72B"/>
    <a:srgbClr val="E6B43B"/>
    <a:srgbClr val="D35400"/>
    <a:srgbClr val="2C3E50"/>
    <a:srgbClr val="C48E48"/>
    <a:srgbClr val="2D62AE"/>
    <a:srgbClr val="AD73F3"/>
    <a:srgbClr val="B7B4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81C9B-8341-481B-95B3-635E1BFDD60B}" v="12" dt="2025-11-11T09:51:25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435B-773B-4165-B796-34D3BDE6D0C9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A9434-C10F-49F9-9735-68B4327AAC31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235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9961459-B91F-2A0B-A9A6-1CE9CEA9E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EEEEDE9A-65D8-3ECE-FC9F-2959B93B6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807831-8D31-77AF-1F61-71E027DF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3FAB623-FB4D-9ED3-9B95-4CA28109B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3B56B5-9CAA-5184-3640-A05CE650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289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0461EF-75FA-26FC-B294-6C7077CC4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877F7F-EE28-3F48-466B-82B7DE74B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1017483-01B0-7D09-E9FE-8BFB80167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07F66A-2489-A1A7-AC34-97F0D96C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C700E57-D3D5-BEE0-C00C-0F3805BF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17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A377D6-6C2A-A53D-AC75-E38B890C2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62D684B-6800-BB42-054A-A834AA4D8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B63774F-240D-68A5-0083-2527F570B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1480A0-3BF8-074D-80DE-1F2567B0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BE8522-70B2-B798-F33A-60E01BE29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713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FEC186-A449-1973-A283-ADA754088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E86F3A-7862-F0F7-6461-1ED2503E6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E4AD2E4-7FB1-A94F-D35F-0A678C273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DA3423-BF99-47F9-0437-8CBD5CF9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45DCE10-76DF-3DA0-A63C-4ECB0B3BD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675EF1-E8FD-9E59-E095-0F82A26E5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5189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05880C-2CD3-0764-7512-B04121FE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784B0FF-BA27-FA5D-E8AE-81CCC1ADB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087F2E6-52E5-ACB1-336D-145B04FDB5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844EC37-ECD0-7250-2451-4B49415C6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431ED3F-6548-1DA6-6D57-5EA668DCC5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5B6727-2FA1-412C-AE90-78BB9DF10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94D1BDC-FC14-B119-4DA2-3C1D83FC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ADD241-6D9B-046A-2F0F-5D6ACA19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1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156EC6-E418-9F5A-7323-BE90098E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8D5647D-8F9B-802F-8739-C61800424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56E9B4D-DF16-3ADC-D5F1-3E901BB7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DC78811-11E3-9802-5D25-30D02955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65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76F88BC-EC29-3992-D4EC-191E7B32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73CBCC6-AA72-C3E5-DA37-DD1C7E70A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E6BB43F-8D0E-4ADC-14B3-F70D0D6A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77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E9F469-3E91-1D16-7F4F-156CCA29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AD00BC-6E53-110F-1804-C2BE75C23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56BFAD9-8ABF-9CEC-DBA5-D0145CC4D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B49B70-7833-CFAD-B788-BAE11DCF8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B8B5582-E37D-C713-6D40-296D25FC3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43AC75-C201-B468-A143-81A590669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2033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82E891-05B6-B554-3CA0-D339B359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F0CABBC-9BF2-E210-7596-0B34F8BF68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B373CA2-1213-62B0-4773-0E4BCF0FD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B4E0E9-44FD-FE5E-05D6-E709259D1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22648F-6993-5A75-964C-BAF0D288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D4D1FC-C113-C1A1-C7D1-97FEA7B29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2566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5679C6-B9F6-0CEF-76A6-2A9131AA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50E1248-78DF-1333-FDDC-1A4DA9B5F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185E2E-72C8-513A-8E5A-06CF8EC0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C71DA7-74B0-574C-32C9-B2B4A6AD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8485CAE-30E6-6377-A91D-B1C2FB1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34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031143C-9C25-3761-0EA1-5D45DBC4AC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E4FE48D-A755-74F7-EFA7-B30CCF93A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D8B7A6-99EA-658E-EB14-E2F272DA0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B583532-A433-71B3-8D73-B0513E80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1104974-0A34-B66C-84AB-D3D668C4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0993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A96046D4-E2B2-2817-C42A-DFCACC26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GB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9CD2B5F-8C0F-A99D-E3D9-E1062B5E5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26DE09-96F4-0BC4-5821-D1B28856F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621C37-8284-41AA-BAB7-78E3B8CA3C9F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84E4745-E1E1-D2E0-D2B3-5CB1E1853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98895F8-AB2D-9529-44E4-279F6513A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B7AFD-0DF5-419A-96A6-45B01F33CD10}" type="slidenum">
              <a:rPr lang="en-GB" smtClean="0"/>
              <a:t>‹N›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872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openxmlformats.org/officeDocument/2006/relationships/image" Target="../media/image7.png"/><Relationship Id="rId1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B">
            <a:alpha val="98824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36C8CB1F-A68F-4C22-EAE4-25462EF356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4" b="1"/>
          <a:stretch/>
        </p:blipFill>
        <p:spPr>
          <a:xfrm>
            <a:off x="0" y="6263148"/>
            <a:ext cx="12192000" cy="59485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4C87B271-2359-C668-8B8F-3DF578977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386" y="6218236"/>
            <a:ext cx="1649153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34BD529-1FC7-EB47-82F4-447D04AE3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68000"/>
                    </a14:imgEffect>
                    <a14:imgEffect>
                      <a14:brightnessContrast bright="1000" contrast="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06" y="6302841"/>
            <a:ext cx="1208573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schermata, oscurità, nero, natura&#10;&#10;Il contenuto generato dall'IA potrebbe non essere corretto.">
            <a:extLst>
              <a:ext uri="{FF2B5EF4-FFF2-40B4-BE49-F238E27FC236}">
                <a16:creationId xmlns:a16="http://schemas.microsoft.com/office/drawing/2014/main" id="{23E863C5-0500-FFE7-2554-38C788A8D8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5" t="34623" r="11374" b="38776"/>
          <a:stretch>
            <a:fillRect/>
          </a:stretch>
        </p:blipFill>
        <p:spPr>
          <a:xfrm>
            <a:off x="10204705" y="5513151"/>
            <a:ext cx="1755648" cy="62837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450BBAF-9A8A-3DDF-BC06-71EAF0624C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54" y="5402996"/>
            <a:ext cx="2852928" cy="848686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DCA0ABFC-0DE7-C929-C1D3-D5FEE18AB440}"/>
              </a:ext>
            </a:extLst>
          </p:cNvPr>
          <p:cNvSpPr txBox="1"/>
          <p:nvPr/>
        </p:nvSpPr>
        <p:spPr>
          <a:xfrm>
            <a:off x="1398910" y="1108946"/>
            <a:ext cx="8900160" cy="4351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it-IT" b="1" u="none" strike="noStrike" baseline="0" dirty="0">
              <a:solidFill>
                <a:srgbClr val="C48E4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it-IT" sz="3600" b="1" i="1" u="none" strike="noStrike" baseline="0" dirty="0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Intelligenze Artificiali e Studi Religiosi: un matrimonio che s’ha da fare!</a:t>
            </a:r>
          </a:p>
          <a:p>
            <a:pPr algn="ctr">
              <a:lnSpc>
                <a:spcPct val="150000"/>
              </a:lnSpc>
            </a:pPr>
            <a:endParaRPr lang="it-IT" sz="1600" b="1" i="1" u="none" strike="noStrike" baseline="0" dirty="0">
              <a:solidFill>
                <a:srgbClr val="2366A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endParaRPr lang="it-IT" sz="1600" b="1" i="1" u="none" strike="noStrike" baseline="0" dirty="0">
              <a:solidFill>
                <a:srgbClr val="2366A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it-IT" sz="2200" dirty="0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Corso di aggiornamento</a:t>
            </a:r>
          </a:p>
          <a:p>
            <a:pPr algn="ctr">
              <a:lnSpc>
                <a:spcPct val="150000"/>
              </a:lnSpc>
            </a:pPr>
            <a:endParaRPr lang="it-IT" sz="1050" dirty="0">
              <a:solidFill>
                <a:srgbClr val="2366A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GB" dirty="0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18 / 26 </a:t>
            </a:r>
            <a:r>
              <a:rPr lang="en-GB" dirty="0" err="1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novembre</a:t>
            </a:r>
            <a:r>
              <a:rPr lang="en-GB" dirty="0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2025</a:t>
            </a:r>
          </a:p>
          <a:p>
            <a:pPr algn="ctr"/>
            <a:endParaRPr lang="en-GB" sz="400" dirty="0">
              <a:solidFill>
                <a:srgbClr val="2366A3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/>
            <a:r>
              <a:rPr lang="en-GB" sz="2000" dirty="0" err="1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Dipartimento</a:t>
            </a:r>
            <a:r>
              <a:rPr lang="en-GB" sz="2000" dirty="0">
                <a:solidFill>
                  <a:srgbClr val="2366A3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Culture e Società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1CAEB02-A406-F55F-97EA-42BD91CCD9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7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B">
            <a:alpha val="98824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59E4A-CEB3-7040-BC3B-14389FD72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EB167F7D-AE9D-F27F-36E5-EEADDC5083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4" b="1"/>
          <a:stretch/>
        </p:blipFill>
        <p:spPr>
          <a:xfrm>
            <a:off x="0" y="6263148"/>
            <a:ext cx="12192000" cy="59485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53D95027-A2A5-8055-B14D-A5198E3AC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386" y="6218236"/>
            <a:ext cx="1649153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04D7F083-C876-8CD8-DD83-75FF72404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68000"/>
                    </a14:imgEffect>
                    <a14:imgEffect>
                      <a14:brightnessContrast bright="1000" contrast="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06" y="6302841"/>
            <a:ext cx="1208573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schermata, oscurità, nero, natura&#10;&#10;Il contenuto generato dall'IA potrebbe non essere corretto.">
            <a:extLst>
              <a:ext uri="{FF2B5EF4-FFF2-40B4-BE49-F238E27FC236}">
                <a16:creationId xmlns:a16="http://schemas.microsoft.com/office/drawing/2014/main" id="{EC26C88E-B204-28A7-8EE4-927DAD4599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5" t="34623" r="11374" b="38776"/>
          <a:stretch>
            <a:fillRect/>
          </a:stretch>
        </p:blipFill>
        <p:spPr>
          <a:xfrm>
            <a:off x="10204705" y="5513151"/>
            <a:ext cx="1755648" cy="62837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623F394-8A5B-BAD7-FFCC-A87AF4B87A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54" y="5402996"/>
            <a:ext cx="2852928" cy="84868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76254F3-487C-44E9-6A87-C4F8790EBE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12192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5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5EB">
            <a:alpha val="98824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38A2A6-3EEB-F880-C3AF-CDD1C3483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37F1AAC6-BB74-ABFB-7655-20B13325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24" b="1"/>
          <a:stretch/>
        </p:blipFill>
        <p:spPr>
          <a:xfrm>
            <a:off x="0" y="6263148"/>
            <a:ext cx="12192000" cy="594852"/>
          </a:xfrm>
          <a:prstGeom prst="rect">
            <a:avLst/>
          </a:prstGeom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01A3F652-D103-6830-DE42-318C5B95A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386" y="6218236"/>
            <a:ext cx="1649153" cy="6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A684567A-B919-6269-A6CE-E2A6DACDB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68000"/>
                    </a14:imgEffect>
                    <a14:imgEffect>
                      <a14:brightnessContrast bright="1000" contrast="17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906" y="6302841"/>
            <a:ext cx="1208573" cy="50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 descr="Immagine che contiene schermata, oscurità, nero, natura&#10;&#10;Il contenuto generato dall'IA potrebbe non essere corretto.">
            <a:extLst>
              <a:ext uri="{FF2B5EF4-FFF2-40B4-BE49-F238E27FC236}">
                <a16:creationId xmlns:a16="http://schemas.microsoft.com/office/drawing/2014/main" id="{1ABB981E-9CE5-5DAA-86B3-1916343286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5" t="34623" r="11374" b="38776"/>
          <a:stretch>
            <a:fillRect/>
          </a:stretch>
        </p:blipFill>
        <p:spPr>
          <a:xfrm>
            <a:off x="10204705" y="5513151"/>
            <a:ext cx="1755648" cy="62837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253B3FDC-450A-1BFE-FC82-442F97C4215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554" y="5402996"/>
            <a:ext cx="2852928" cy="848686"/>
          </a:xfrm>
          <a:prstGeom prst="rect">
            <a:avLst/>
          </a:prstGeom>
        </p:spPr>
      </p:pic>
      <p:pic>
        <p:nvPicPr>
          <p:cNvPr id="5" name="Immagine 4" descr="Immagine che contiene schermata, cartone animato, arte">
            <a:extLst>
              <a:ext uri="{FF2B5EF4-FFF2-40B4-BE49-F238E27FC236}">
                <a16:creationId xmlns:a16="http://schemas.microsoft.com/office/drawing/2014/main" id="{149F2CB0-1BF5-6E9C-900F-187ADB26A4A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59" t="9161" r="5987" b="63790"/>
          <a:stretch/>
        </p:blipFill>
        <p:spPr>
          <a:xfrm>
            <a:off x="3672654" y="1641924"/>
            <a:ext cx="4846692" cy="221101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7CC668A3-E666-FFEB-FE93-440BDF9830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473" y="4524059"/>
            <a:ext cx="4024894" cy="488036"/>
          </a:xfrm>
          <a:prstGeom prst="rect">
            <a:avLst/>
          </a:prstGeom>
        </p:spPr>
      </p:pic>
      <p:pic>
        <p:nvPicPr>
          <p:cNvPr id="7" name="Immagine 6" descr="Immagine che contiene testo, schermata, Carattere, logo&#10;&#10;Il contenuto generato dall'IA potrebbe non essere corretto.">
            <a:extLst>
              <a:ext uri="{FF2B5EF4-FFF2-40B4-BE49-F238E27FC236}">
                <a16:creationId xmlns:a16="http://schemas.microsoft.com/office/drawing/2014/main" id="{69FB933D-70E0-B66A-2005-D596B11594D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390" b="64270"/>
          <a:stretch>
            <a:fillRect/>
          </a:stretch>
        </p:blipFill>
        <p:spPr>
          <a:xfrm>
            <a:off x="4638990" y="4315176"/>
            <a:ext cx="2200858" cy="1037169"/>
          </a:xfrm>
          <a:prstGeom prst="rect">
            <a:avLst/>
          </a:prstGeom>
        </p:spPr>
      </p:pic>
      <p:pic>
        <p:nvPicPr>
          <p:cNvPr id="12" name="Immagine 11" descr="Immagine che contiene schermata, testo, Elementi grafici, grafica&#10;&#10;Il contenuto generato dall'IA potrebbe non essere corretto.">
            <a:extLst>
              <a:ext uri="{FF2B5EF4-FFF2-40B4-BE49-F238E27FC236}">
                <a16:creationId xmlns:a16="http://schemas.microsoft.com/office/drawing/2014/main" id="{CED44683-E61E-A6C4-EF5A-6ADA8AF6563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5" r="72923" b="78504"/>
          <a:stretch>
            <a:fillRect/>
          </a:stretch>
        </p:blipFill>
        <p:spPr>
          <a:xfrm>
            <a:off x="7271551" y="4266390"/>
            <a:ext cx="1532328" cy="1491410"/>
          </a:xfrm>
          <a:prstGeom prst="rect">
            <a:avLst/>
          </a:prstGeom>
        </p:spPr>
      </p:pic>
      <p:pic>
        <p:nvPicPr>
          <p:cNvPr id="19" name="Immagine 18" descr="Immagine che contiene oscurità, nero, bianco e nero, schermata&#10;&#10;Il contenuto generato dall'IA potrebbe non essere corretto.">
            <a:extLst>
              <a:ext uri="{FF2B5EF4-FFF2-40B4-BE49-F238E27FC236}">
                <a16:creationId xmlns:a16="http://schemas.microsoft.com/office/drawing/2014/main" id="{9A34503D-F9FB-3552-66DD-00ED320668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582" y="4283890"/>
            <a:ext cx="2295145" cy="902488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583A5D0C-B94E-BA3C-4B47-DEE034C3F05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548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25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FRANCESCA MARIA ATTAGUILE</dc:creator>
  <cp:lastModifiedBy>FRANCESCA MARIA ATTAGUILE</cp:lastModifiedBy>
  <cp:revision>4</cp:revision>
  <dcterms:created xsi:type="dcterms:W3CDTF">2025-02-25T13:24:53Z</dcterms:created>
  <dcterms:modified xsi:type="dcterms:W3CDTF">2025-11-11T09:58:19Z</dcterms:modified>
</cp:coreProperties>
</file>